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5" r:id="rId5"/>
    <p:sldId id="262" r:id="rId6"/>
    <p:sldId id="263" r:id="rId7"/>
    <p:sldId id="259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AEA89B-709D-436C-BD3F-FA8CC005EDDE}" v="2" dt="2025-04-29T20:43:01.8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den Love" userId="bff03f6f842fa049" providerId="LiveId" clId="{44AEA89B-709D-436C-BD3F-FA8CC005EDDE}"/>
    <pc:docChg chg="undo custSel addSld delSld modSld">
      <pc:chgData name="Kaiden Love" userId="bff03f6f842fa049" providerId="LiveId" clId="{44AEA89B-709D-436C-BD3F-FA8CC005EDDE}" dt="2025-04-29T20:44:02.491" v="656" actId="26606"/>
      <pc:docMkLst>
        <pc:docMk/>
      </pc:docMkLst>
      <pc:sldChg chg="addSp modSp mod setBg addAnim">
        <pc:chgData name="Kaiden Love" userId="bff03f6f842fa049" providerId="LiveId" clId="{44AEA89B-709D-436C-BD3F-FA8CC005EDDE}" dt="2025-04-29T20:41:06.198" v="608" actId="20577"/>
        <pc:sldMkLst>
          <pc:docMk/>
          <pc:sldMk cId="397556360" sldId="256"/>
        </pc:sldMkLst>
        <pc:spChg chg="mod">
          <ac:chgData name="Kaiden Love" userId="bff03f6f842fa049" providerId="LiveId" clId="{44AEA89B-709D-436C-BD3F-FA8CC005EDDE}" dt="2025-04-29T20:40:52.226" v="559" actId="26606"/>
          <ac:spMkLst>
            <pc:docMk/>
            <pc:sldMk cId="397556360" sldId="256"/>
            <ac:spMk id="2" creationId="{5DDA03C8-5CCA-D64E-19F7-3499D52AECCF}"/>
          </ac:spMkLst>
        </pc:spChg>
        <pc:spChg chg="mod">
          <ac:chgData name="Kaiden Love" userId="bff03f6f842fa049" providerId="LiveId" clId="{44AEA89B-709D-436C-BD3F-FA8CC005EDDE}" dt="2025-04-29T20:41:06.198" v="608" actId="20577"/>
          <ac:spMkLst>
            <pc:docMk/>
            <pc:sldMk cId="397556360" sldId="256"/>
            <ac:spMk id="3" creationId="{329BAA75-159B-0A54-4551-15FB94FDF47C}"/>
          </ac:spMkLst>
        </pc:spChg>
        <pc:spChg chg="add">
          <ac:chgData name="Kaiden Love" userId="bff03f6f842fa049" providerId="LiveId" clId="{44AEA89B-709D-436C-BD3F-FA8CC005EDDE}" dt="2025-04-29T20:40:52.226" v="559" actId="26606"/>
          <ac:spMkLst>
            <pc:docMk/>
            <pc:sldMk cId="397556360" sldId="256"/>
            <ac:spMk id="9" creationId="{F609FF9A-4FCE-468E-A86A-C9AB525EAE71}"/>
          </ac:spMkLst>
        </pc:spChg>
        <pc:spChg chg="add">
          <ac:chgData name="Kaiden Love" userId="bff03f6f842fa049" providerId="LiveId" clId="{44AEA89B-709D-436C-BD3F-FA8CC005EDDE}" dt="2025-04-29T20:40:52.226" v="559" actId="26606"/>
          <ac:spMkLst>
            <pc:docMk/>
            <pc:sldMk cId="397556360" sldId="256"/>
            <ac:spMk id="11" creationId="{021E12D4-3A88-428D-8E5E-AF1AFD923D63}"/>
          </ac:spMkLst>
        </pc:spChg>
        <pc:picChg chg="add">
          <ac:chgData name="Kaiden Love" userId="bff03f6f842fa049" providerId="LiveId" clId="{44AEA89B-709D-436C-BD3F-FA8CC005EDDE}" dt="2025-04-29T20:40:52.226" v="559" actId="26606"/>
          <ac:picMkLst>
            <pc:docMk/>
            <pc:sldMk cId="397556360" sldId="256"/>
            <ac:picMk id="5" creationId="{C8A6C9AB-BBC1-ED41-DF6C-117EC0A169AD}"/>
          </ac:picMkLst>
        </pc:picChg>
      </pc:sldChg>
      <pc:sldChg chg="addSp delSp modSp new mod">
        <pc:chgData name="Kaiden Love" userId="bff03f6f842fa049" providerId="LiveId" clId="{44AEA89B-709D-436C-BD3F-FA8CC005EDDE}" dt="2025-04-29T20:41:39.473" v="634" actId="26606"/>
        <pc:sldMkLst>
          <pc:docMk/>
          <pc:sldMk cId="153056420" sldId="257"/>
        </pc:sldMkLst>
        <pc:spChg chg="mod">
          <ac:chgData name="Kaiden Love" userId="bff03f6f842fa049" providerId="LiveId" clId="{44AEA89B-709D-436C-BD3F-FA8CC005EDDE}" dt="2025-04-29T20:27:40.088" v="53" actId="20577"/>
          <ac:spMkLst>
            <pc:docMk/>
            <pc:sldMk cId="153056420" sldId="257"/>
            <ac:spMk id="2" creationId="{75189E8C-EE00-7056-B7D5-1A495B2EA5F6}"/>
          </ac:spMkLst>
        </pc:spChg>
        <pc:spChg chg="del mod">
          <ac:chgData name="Kaiden Love" userId="bff03f6f842fa049" providerId="LiveId" clId="{44AEA89B-709D-436C-BD3F-FA8CC005EDDE}" dt="2025-04-29T20:41:39.473" v="634" actId="26606"/>
          <ac:spMkLst>
            <pc:docMk/>
            <pc:sldMk cId="153056420" sldId="257"/>
            <ac:spMk id="3" creationId="{2A11EB7A-7286-29C5-CB88-B02DAEB0F1E1}"/>
          </ac:spMkLst>
        </pc:spChg>
        <pc:graphicFrameChg chg="add">
          <ac:chgData name="Kaiden Love" userId="bff03f6f842fa049" providerId="LiveId" clId="{44AEA89B-709D-436C-BD3F-FA8CC005EDDE}" dt="2025-04-29T20:41:39.473" v="634" actId="26606"/>
          <ac:graphicFrameMkLst>
            <pc:docMk/>
            <pc:sldMk cId="153056420" sldId="257"/>
            <ac:graphicFrameMk id="5" creationId="{B10753EE-1272-3322-FF19-8A6C9280F0A1}"/>
          </ac:graphicFrameMkLst>
        </pc:graphicFrameChg>
      </pc:sldChg>
      <pc:sldChg chg="addSp delSp modSp new del mod setBg">
        <pc:chgData name="Kaiden Love" userId="bff03f6f842fa049" providerId="LiveId" clId="{44AEA89B-709D-436C-BD3F-FA8CC005EDDE}" dt="2025-04-29T20:43:18.898" v="647" actId="47"/>
        <pc:sldMkLst>
          <pc:docMk/>
          <pc:sldMk cId="725301423" sldId="258"/>
        </pc:sldMkLst>
        <pc:spChg chg="mod">
          <ac:chgData name="Kaiden Love" userId="bff03f6f842fa049" providerId="LiveId" clId="{44AEA89B-709D-436C-BD3F-FA8CC005EDDE}" dt="2025-04-29T20:41:56.955" v="636" actId="26606"/>
          <ac:spMkLst>
            <pc:docMk/>
            <pc:sldMk cId="725301423" sldId="258"/>
            <ac:spMk id="2" creationId="{A2BB463A-D88A-503B-B7E1-09C6118A5C87}"/>
          </ac:spMkLst>
        </pc:spChg>
        <pc:spChg chg="del">
          <ac:chgData name="Kaiden Love" userId="bff03f6f842fa049" providerId="LiveId" clId="{44AEA89B-709D-436C-BD3F-FA8CC005EDDE}" dt="2025-04-29T20:35:22.371" v="457" actId="22"/>
          <ac:spMkLst>
            <pc:docMk/>
            <pc:sldMk cId="725301423" sldId="258"/>
            <ac:spMk id="3" creationId="{91040FD2-2D8D-2D5D-44D2-A63E1C6F3919}"/>
          </ac:spMkLst>
        </pc:spChg>
        <pc:spChg chg="add del">
          <ac:chgData name="Kaiden Love" userId="bff03f6f842fa049" providerId="LiveId" clId="{44AEA89B-709D-436C-BD3F-FA8CC005EDDE}" dt="2025-04-29T20:41:56.955" v="636" actId="26606"/>
          <ac:spMkLst>
            <pc:docMk/>
            <pc:sldMk cId="725301423" sldId="258"/>
            <ac:spMk id="10" creationId="{2791B33F-CE76-4EF1-8227-54ED041CD4BD}"/>
          </ac:spMkLst>
        </pc:spChg>
        <pc:picChg chg="add mod ord">
          <ac:chgData name="Kaiden Love" userId="bff03f6f842fa049" providerId="LiveId" clId="{44AEA89B-709D-436C-BD3F-FA8CC005EDDE}" dt="2025-04-29T20:42:16.505" v="638" actId="1076"/>
          <ac:picMkLst>
            <pc:docMk/>
            <pc:sldMk cId="725301423" sldId="258"/>
            <ac:picMk id="5" creationId="{B8DB4787-AD8F-1C10-8128-035C68C65394}"/>
          </ac:picMkLst>
        </pc:picChg>
      </pc:sldChg>
      <pc:sldChg chg="addSp delSp modSp new mod setBg addAnim setClrOvrMap">
        <pc:chgData name="Kaiden Love" userId="bff03f6f842fa049" providerId="LiveId" clId="{44AEA89B-709D-436C-BD3F-FA8CC005EDDE}" dt="2025-04-29T20:43:41.701" v="654"/>
        <pc:sldMkLst>
          <pc:docMk/>
          <pc:sldMk cId="1369432166" sldId="259"/>
        </pc:sldMkLst>
        <pc:spChg chg="mod">
          <ac:chgData name="Kaiden Love" userId="bff03f6f842fa049" providerId="LiveId" clId="{44AEA89B-709D-436C-BD3F-FA8CC005EDDE}" dt="2025-04-29T20:43:41.699" v="653" actId="26606"/>
          <ac:spMkLst>
            <pc:docMk/>
            <pc:sldMk cId="1369432166" sldId="259"/>
            <ac:spMk id="2" creationId="{1604A7DE-E07C-D53E-F146-46A43B3F3B61}"/>
          </ac:spMkLst>
        </pc:spChg>
        <pc:spChg chg="del">
          <ac:chgData name="Kaiden Love" userId="bff03f6f842fa049" providerId="LiveId" clId="{44AEA89B-709D-436C-BD3F-FA8CC005EDDE}" dt="2025-04-29T20:36:03.109" v="458" actId="22"/>
          <ac:spMkLst>
            <pc:docMk/>
            <pc:sldMk cId="1369432166" sldId="259"/>
            <ac:spMk id="3" creationId="{00DB6284-2BB1-7855-33C1-52A2BB4E5C83}"/>
          </ac:spMkLst>
        </pc:spChg>
        <pc:spChg chg="add del">
          <ac:chgData name="Kaiden Love" userId="bff03f6f842fa049" providerId="LiveId" clId="{44AEA89B-709D-436C-BD3F-FA8CC005EDDE}" dt="2025-04-29T20:43:41.696" v="652" actId="26606"/>
          <ac:spMkLst>
            <pc:docMk/>
            <pc:sldMk cId="1369432166" sldId="259"/>
            <ac:spMk id="4" creationId="{B547373F-AF2E-4907-B442-9F902B387FD0}"/>
          </ac:spMkLst>
        </pc:spChg>
        <pc:spChg chg="add">
          <ac:chgData name="Kaiden Love" userId="bff03f6f842fa049" providerId="LiveId" clId="{44AEA89B-709D-436C-BD3F-FA8CC005EDDE}" dt="2025-04-29T20:43:41.699" v="653" actId="26606"/>
          <ac:spMkLst>
            <pc:docMk/>
            <pc:sldMk cId="1369432166" sldId="259"/>
            <ac:spMk id="6" creationId="{66B332A4-D438-4773-A77F-5ED49A448D9D}"/>
          </ac:spMkLst>
        </pc:spChg>
        <pc:spChg chg="add del mod">
          <ac:chgData name="Kaiden Love" userId="bff03f6f842fa049" providerId="LiveId" clId="{44AEA89B-709D-436C-BD3F-FA8CC005EDDE}" dt="2025-04-29T20:43:36.724" v="650" actId="478"/>
          <ac:spMkLst>
            <pc:docMk/>
            <pc:sldMk cId="1369432166" sldId="259"/>
            <ac:spMk id="7" creationId="{DD9C59EB-F44A-CB53-63AD-22D73FE0CEA5}"/>
          </ac:spMkLst>
        </pc:spChg>
        <pc:spChg chg="add">
          <ac:chgData name="Kaiden Love" userId="bff03f6f842fa049" providerId="LiveId" clId="{44AEA89B-709D-436C-BD3F-FA8CC005EDDE}" dt="2025-04-29T20:43:41.699" v="653" actId="26606"/>
          <ac:spMkLst>
            <pc:docMk/>
            <pc:sldMk cId="1369432166" sldId="259"/>
            <ac:spMk id="9" creationId="{DF9AD32D-FF05-44F4-BD4D-9CEE89B71EB9}"/>
          </ac:spMkLst>
        </pc:spChg>
        <pc:picChg chg="add del mod ord">
          <ac:chgData name="Kaiden Love" userId="bff03f6f842fa049" providerId="LiveId" clId="{44AEA89B-709D-436C-BD3F-FA8CC005EDDE}" dt="2025-04-29T20:36:20.229" v="462" actId="478"/>
          <ac:picMkLst>
            <pc:docMk/>
            <pc:sldMk cId="1369432166" sldId="259"/>
            <ac:picMk id="5" creationId="{3BE5D0FD-D49C-6F09-7A2D-560518673A34}"/>
          </ac:picMkLst>
        </pc:picChg>
      </pc:sldChg>
      <pc:sldChg chg="addSp delSp modSp new mod">
        <pc:chgData name="Kaiden Love" userId="bff03f6f842fa049" providerId="LiveId" clId="{44AEA89B-709D-436C-BD3F-FA8CC005EDDE}" dt="2025-04-29T20:44:02.491" v="656" actId="26606"/>
        <pc:sldMkLst>
          <pc:docMk/>
          <pc:sldMk cId="2041935961" sldId="260"/>
        </pc:sldMkLst>
        <pc:spChg chg="mod">
          <ac:chgData name="Kaiden Love" userId="bff03f6f842fa049" providerId="LiveId" clId="{44AEA89B-709D-436C-BD3F-FA8CC005EDDE}" dt="2025-04-29T20:31:51.284" v="456" actId="20577"/>
          <ac:spMkLst>
            <pc:docMk/>
            <pc:sldMk cId="2041935961" sldId="260"/>
            <ac:spMk id="2" creationId="{16F7650F-FF45-7748-AB94-D6B07C4E5B3A}"/>
          </ac:spMkLst>
        </pc:spChg>
        <pc:spChg chg="del mod">
          <ac:chgData name="Kaiden Love" userId="bff03f6f842fa049" providerId="LiveId" clId="{44AEA89B-709D-436C-BD3F-FA8CC005EDDE}" dt="2025-04-29T20:44:02.491" v="656" actId="26606"/>
          <ac:spMkLst>
            <pc:docMk/>
            <pc:sldMk cId="2041935961" sldId="260"/>
            <ac:spMk id="3" creationId="{FA20D8E5-2EFE-467F-FD76-C9752AE845B0}"/>
          </ac:spMkLst>
        </pc:spChg>
        <pc:graphicFrameChg chg="add">
          <ac:chgData name="Kaiden Love" userId="bff03f6f842fa049" providerId="LiveId" clId="{44AEA89B-709D-436C-BD3F-FA8CC005EDDE}" dt="2025-04-29T20:44:02.491" v="656" actId="26606"/>
          <ac:graphicFrameMkLst>
            <pc:docMk/>
            <pc:sldMk cId="2041935961" sldId="260"/>
            <ac:graphicFrameMk id="5" creationId="{AEEAD7A1-5317-A2B9-5CB1-A1A179183DDD}"/>
          </ac:graphicFrameMkLst>
        </pc:graphicFrameChg>
      </pc:sldChg>
      <pc:sldChg chg="addSp delSp modSp add mod setBg">
        <pc:chgData name="Kaiden Love" userId="bff03f6f842fa049" providerId="LiveId" clId="{44AEA89B-709D-436C-BD3F-FA8CC005EDDE}" dt="2025-04-29T20:43:14.439" v="646" actId="1076"/>
        <pc:sldMkLst>
          <pc:docMk/>
          <pc:sldMk cId="2009459482" sldId="261"/>
        </pc:sldMkLst>
        <pc:spChg chg="mod">
          <ac:chgData name="Kaiden Love" userId="bff03f6f842fa049" providerId="LiveId" clId="{44AEA89B-709D-436C-BD3F-FA8CC005EDDE}" dt="2025-04-29T20:42:42.792" v="641" actId="26606"/>
          <ac:spMkLst>
            <pc:docMk/>
            <pc:sldMk cId="2009459482" sldId="261"/>
            <ac:spMk id="2" creationId="{2BDB0C9B-01D8-7F19-92F4-7C88C958DB2D}"/>
          </ac:spMkLst>
        </pc:spChg>
        <pc:spChg chg="add del mod">
          <ac:chgData name="Kaiden Love" userId="bff03f6f842fa049" providerId="LiveId" clId="{44AEA89B-709D-436C-BD3F-FA8CC005EDDE}" dt="2025-04-29T20:36:26.194" v="464"/>
          <ac:spMkLst>
            <pc:docMk/>
            <pc:sldMk cId="2009459482" sldId="261"/>
            <ac:spMk id="4" creationId="{2AC70EAB-5595-FB1A-7395-3D972283AEAA}"/>
          </ac:spMkLst>
        </pc:spChg>
        <pc:spChg chg="add del mod">
          <ac:chgData name="Kaiden Love" userId="bff03f6f842fa049" providerId="LiveId" clId="{44AEA89B-709D-436C-BD3F-FA8CC005EDDE}" dt="2025-04-29T20:43:01.849" v="644"/>
          <ac:spMkLst>
            <pc:docMk/>
            <pc:sldMk cId="2009459482" sldId="261"/>
            <ac:spMk id="8" creationId="{CAD65AD5-77B4-CEAF-E428-F7C688D17CE3}"/>
          </ac:spMkLst>
        </pc:spChg>
        <pc:spChg chg="add del">
          <ac:chgData name="Kaiden Love" userId="bff03f6f842fa049" providerId="LiveId" clId="{44AEA89B-709D-436C-BD3F-FA8CC005EDDE}" dt="2025-04-29T20:42:42.788" v="640" actId="26606"/>
          <ac:spMkLst>
            <pc:docMk/>
            <pc:sldMk cId="2009459482" sldId="261"/>
            <ac:spMk id="11" creationId="{6AA24DE7-C336-4994-8C52-D9B3F3D0FA4D}"/>
          </ac:spMkLst>
        </pc:spChg>
        <pc:spChg chg="add">
          <ac:chgData name="Kaiden Love" userId="bff03f6f842fa049" providerId="LiveId" clId="{44AEA89B-709D-436C-BD3F-FA8CC005EDDE}" dt="2025-04-29T20:42:42.792" v="641" actId="26606"/>
          <ac:spMkLst>
            <pc:docMk/>
            <pc:sldMk cId="2009459482" sldId="261"/>
            <ac:spMk id="13" creationId="{D4771268-CB57-404A-9271-370EB28F6090}"/>
          </ac:spMkLst>
        </pc:spChg>
        <pc:picChg chg="del">
          <ac:chgData name="Kaiden Love" userId="bff03f6f842fa049" providerId="LiveId" clId="{44AEA89B-709D-436C-BD3F-FA8CC005EDDE}" dt="2025-04-29T20:36:23.915" v="463" actId="478"/>
          <ac:picMkLst>
            <pc:docMk/>
            <pc:sldMk cId="2009459482" sldId="261"/>
            <ac:picMk id="5" creationId="{EC1EA9BB-544A-251F-BADE-EDB807BBF9D8}"/>
          </ac:picMkLst>
        </pc:picChg>
        <pc:picChg chg="add del mod">
          <ac:chgData name="Kaiden Love" userId="bff03f6f842fa049" providerId="LiveId" clId="{44AEA89B-709D-436C-BD3F-FA8CC005EDDE}" dt="2025-04-29T20:42:51.980" v="643" actId="478"/>
          <ac:picMkLst>
            <pc:docMk/>
            <pc:sldMk cId="2009459482" sldId="261"/>
            <ac:picMk id="6" creationId="{86413083-C2C7-B0B3-24AE-0B60F5B4EB34}"/>
          </ac:picMkLst>
        </pc:picChg>
        <pc:picChg chg="add mod">
          <ac:chgData name="Kaiden Love" userId="bff03f6f842fa049" providerId="LiveId" clId="{44AEA89B-709D-436C-BD3F-FA8CC005EDDE}" dt="2025-04-29T20:43:14.439" v="646" actId="1076"/>
          <ac:picMkLst>
            <pc:docMk/>
            <pc:sldMk cId="2009459482" sldId="261"/>
            <ac:picMk id="9" creationId="{41F37812-6A03-17B9-940C-8BDA89C79543}"/>
          </ac:picMkLst>
        </pc:picChg>
      </pc:sldChg>
      <pc:sldChg chg="addSp delSp modSp add mod setBg">
        <pc:chgData name="Kaiden Love" userId="bff03f6f842fa049" providerId="LiveId" clId="{44AEA89B-709D-436C-BD3F-FA8CC005EDDE}" dt="2025-04-29T20:43:21.205" v="648" actId="26606"/>
        <pc:sldMkLst>
          <pc:docMk/>
          <pc:sldMk cId="3967967828" sldId="262"/>
        </pc:sldMkLst>
        <pc:spChg chg="mod">
          <ac:chgData name="Kaiden Love" userId="bff03f6f842fa049" providerId="LiveId" clId="{44AEA89B-709D-436C-BD3F-FA8CC005EDDE}" dt="2025-04-29T20:43:21.205" v="648" actId="26606"/>
          <ac:spMkLst>
            <pc:docMk/>
            <pc:sldMk cId="3967967828" sldId="262"/>
            <ac:spMk id="2" creationId="{BA2603C5-02C6-8FF8-FBB9-F0626399732A}"/>
          </ac:spMkLst>
        </pc:spChg>
        <pc:spChg chg="add del mod">
          <ac:chgData name="Kaiden Love" userId="bff03f6f842fa049" providerId="LiveId" clId="{44AEA89B-709D-436C-BD3F-FA8CC005EDDE}" dt="2025-04-29T20:38:34.250" v="468" actId="22"/>
          <ac:spMkLst>
            <pc:docMk/>
            <pc:sldMk cId="3967967828" sldId="262"/>
            <ac:spMk id="4" creationId="{9AA2A608-40E8-0045-0947-A2F74E5F3FEE}"/>
          </ac:spMkLst>
        </pc:spChg>
        <pc:spChg chg="add">
          <ac:chgData name="Kaiden Love" userId="bff03f6f842fa049" providerId="LiveId" clId="{44AEA89B-709D-436C-BD3F-FA8CC005EDDE}" dt="2025-04-29T20:43:21.205" v="648" actId="26606"/>
          <ac:spMkLst>
            <pc:docMk/>
            <pc:sldMk cId="3967967828" sldId="262"/>
            <ac:spMk id="14" creationId="{D4771268-CB57-404A-9271-370EB28F6090}"/>
          </ac:spMkLst>
        </pc:spChg>
        <pc:picChg chg="del">
          <ac:chgData name="Kaiden Love" userId="bff03f6f842fa049" providerId="LiveId" clId="{44AEA89B-709D-436C-BD3F-FA8CC005EDDE}" dt="2025-04-29T20:38:29.105" v="465" actId="478"/>
          <ac:picMkLst>
            <pc:docMk/>
            <pc:sldMk cId="3967967828" sldId="262"/>
            <ac:picMk id="5" creationId="{161FF08A-3B14-BE15-6B6E-FBB6D1D4338D}"/>
          </ac:picMkLst>
        </pc:picChg>
        <pc:picChg chg="add del">
          <ac:chgData name="Kaiden Love" userId="bff03f6f842fa049" providerId="LiveId" clId="{44AEA89B-709D-436C-BD3F-FA8CC005EDDE}" dt="2025-04-29T20:38:31.120" v="467" actId="478"/>
          <ac:picMkLst>
            <pc:docMk/>
            <pc:sldMk cId="3967967828" sldId="262"/>
            <ac:picMk id="7" creationId="{3ACFCD23-FC2D-9321-649F-45858F42970C}"/>
          </ac:picMkLst>
        </pc:picChg>
        <pc:picChg chg="add mod ord">
          <ac:chgData name="Kaiden Love" userId="bff03f6f842fa049" providerId="LiveId" clId="{44AEA89B-709D-436C-BD3F-FA8CC005EDDE}" dt="2025-04-29T20:43:21.205" v="648" actId="26606"/>
          <ac:picMkLst>
            <pc:docMk/>
            <pc:sldMk cId="3967967828" sldId="262"/>
            <ac:picMk id="9" creationId="{B44D2151-04CC-6436-6379-C985EFB12A71}"/>
          </ac:picMkLst>
        </pc:picChg>
      </pc:sldChg>
      <pc:sldChg chg="addSp delSp modSp add mod setBg">
        <pc:chgData name="Kaiden Love" userId="bff03f6f842fa049" providerId="LiveId" clId="{44AEA89B-709D-436C-BD3F-FA8CC005EDDE}" dt="2025-04-29T20:43:23.403" v="649" actId="26606"/>
        <pc:sldMkLst>
          <pc:docMk/>
          <pc:sldMk cId="2788567242" sldId="263"/>
        </pc:sldMkLst>
        <pc:spChg chg="mod">
          <ac:chgData name="Kaiden Love" userId="bff03f6f842fa049" providerId="LiveId" clId="{44AEA89B-709D-436C-BD3F-FA8CC005EDDE}" dt="2025-04-29T20:43:23.403" v="649" actId="26606"/>
          <ac:spMkLst>
            <pc:docMk/>
            <pc:sldMk cId="2788567242" sldId="263"/>
            <ac:spMk id="2" creationId="{BD775757-57B5-2A73-5CC7-8382C30EDA4C}"/>
          </ac:spMkLst>
        </pc:spChg>
        <pc:spChg chg="add del mod">
          <ac:chgData name="Kaiden Love" userId="bff03f6f842fa049" providerId="LiveId" clId="{44AEA89B-709D-436C-BD3F-FA8CC005EDDE}" dt="2025-04-29T20:39:24.497" v="471" actId="22"/>
          <ac:spMkLst>
            <pc:docMk/>
            <pc:sldMk cId="2788567242" sldId="263"/>
            <ac:spMk id="4" creationId="{AD1280D1-EFFB-AEF4-AD76-8154DF870555}"/>
          </ac:spMkLst>
        </pc:spChg>
        <pc:spChg chg="add">
          <ac:chgData name="Kaiden Love" userId="bff03f6f842fa049" providerId="LiveId" clId="{44AEA89B-709D-436C-BD3F-FA8CC005EDDE}" dt="2025-04-29T20:43:23.403" v="649" actId="26606"/>
          <ac:spMkLst>
            <pc:docMk/>
            <pc:sldMk cId="2788567242" sldId="263"/>
            <ac:spMk id="12" creationId="{D4771268-CB57-404A-9271-370EB28F6090}"/>
          </ac:spMkLst>
        </pc:spChg>
        <pc:picChg chg="del">
          <ac:chgData name="Kaiden Love" userId="bff03f6f842fa049" providerId="LiveId" clId="{44AEA89B-709D-436C-BD3F-FA8CC005EDDE}" dt="2025-04-29T20:38:37.041" v="469" actId="478"/>
          <ac:picMkLst>
            <pc:docMk/>
            <pc:sldMk cId="2788567242" sldId="263"/>
            <ac:picMk id="5" creationId="{F2752D76-5CB0-86FF-DE34-F32CEB17F394}"/>
          </ac:picMkLst>
        </pc:picChg>
        <pc:picChg chg="add mod ord">
          <ac:chgData name="Kaiden Love" userId="bff03f6f842fa049" providerId="LiveId" clId="{44AEA89B-709D-436C-BD3F-FA8CC005EDDE}" dt="2025-04-29T20:43:23.403" v="649" actId="26606"/>
          <ac:picMkLst>
            <pc:docMk/>
            <pc:sldMk cId="2788567242" sldId="263"/>
            <ac:picMk id="7" creationId="{299BB361-9C68-2C70-98DE-101F7B41113B}"/>
          </ac:picMkLst>
        </pc:picChg>
      </pc:sldChg>
      <pc:sldChg chg="add del">
        <pc:chgData name="Kaiden Love" userId="bff03f6f842fa049" providerId="LiveId" clId="{44AEA89B-709D-436C-BD3F-FA8CC005EDDE}" dt="2025-04-29T20:39:40.964" v="472" actId="47"/>
        <pc:sldMkLst>
          <pc:docMk/>
          <pc:sldMk cId="490147633" sldId="264"/>
        </pc:sldMkLst>
      </pc:sldChg>
      <pc:sldChg chg="addSp delSp modSp new mod setBg setClrOvrMap">
        <pc:chgData name="Kaiden Love" userId="bff03f6f842fa049" providerId="LiveId" clId="{44AEA89B-709D-436C-BD3F-FA8CC005EDDE}" dt="2025-04-29T20:43:50.238" v="655" actId="26606"/>
        <pc:sldMkLst>
          <pc:docMk/>
          <pc:sldMk cId="1749014814" sldId="264"/>
        </pc:sldMkLst>
        <pc:spChg chg="mod">
          <ac:chgData name="Kaiden Love" userId="bff03f6f842fa049" providerId="LiveId" clId="{44AEA89B-709D-436C-BD3F-FA8CC005EDDE}" dt="2025-04-29T20:43:50.238" v="655" actId="26606"/>
          <ac:spMkLst>
            <pc:docMk/>
            <pc:sldMk cId="1749014814" sldId="264"/>
            <ac:spMk id="2" creationId="{BA4C696E-E215-59CD-BC17-42CA70B24D62}"/>
          </ac:spMkLst>
        </pc:spChg>
        <pc:spChg chg="del">
          <ac:chgData name="Kaiden Love" userId="bff03f6f842fa049" providerId="LiveId" clId="{44AEA89B-709D-436C-BD3F-FA8CC005EDDE}" dt="2025-04-29T20:43:50.238" v="655" actId="26606"/>
          <ac:spMkLst>
            <pc:docMk/>
            <pc:sldMk cId="1749014814" sldId="264"/>
            <ac:spMk id="3" creationId="{6457B3D6-346D-F849-6E9E-0C4EDE23D1F4}"/>
          </ac:spMkLst>
        </pc:spChg>
        <pc:spChg chg="add">
          <ac:chgData name="Kaiden Love" userId="bff03f6f842fa049" providerId="LiveId" clId="{44AEA89B-709D-436C-BD3F-FA8CC005EDDE}" dt="2025-04-29T20:43:50.238" v="655" actId="26606"/>
          <ac:spMkLst>
            <pc:docMk/>
            <pc:sldMk cId="1749014814" sldId="264"/>
            <ac:spMk id="8" creationId="{66B332A4-D438-4773-A77F-5ED49A448D9D}"/>
          </ac:spMkLst>
        </pc:spChg>
        <pc:spChg chg="add">
          <ac:chgData name="Kaiden Love" userId="bff03f6f842fa049" providerId="LiveId" clId="{44AEA89B-709D-436C-BD3F-FA8CC005EDDE}" dt="2025-04-29T20:43:50.238" v="655" actId="26606"/>
          <ac:spMkLst>
            <pc:docMk/>
            <pc:sldMk cId="1749014814" sldId="264"/>
            <ac:spMk id="10" creationId="{DF9AD32D-FF05-44F4-BD4D-9CEE89B71EB9}"/>
          </ac:spMkLst>
        </pc:spChg>
      </pc:sldChg>
      <pc:sldChg chg="add">
        <pc:chgData name="Kaiden Love" userId="bff03f6f842fa049" providerId="LiveId" clId="{44AEA89B-709D-436C-BD3F-FA8CC005EDDE}" dt="2025-04-29T20:42:46.578" v="642" actId="2890"/>
        <pc:sldMkLst>
          <pc:docMk/>
          <pc:sldMk cId="875233989" sldId="265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A62DA7-19CC-452A-BF14-E4477A18A3D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787223-6946-476A-8204-9A0F025DCA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Android Studio’s Mobile Phone Emulator</a:t>
          </a:r>
        </a:p>
      </dgm:t>
    </dgm:pt>
    <dgm:pt modelId="{DEA53FE1-ECDA-40DA-8C52-51DD04B6636A}" type="parTrans" cxnId="{F4ADFABD-8F78-4ADB-A581-73316A49C8A2}">
      <dgm:prSet/>
      <dgm:spPr/>
      <dgm:t>
        <a:bodyPr/>
        <a:lstStyle/>
        <a:p>
          <a:endParaRPr lang="en-US"/>
        </a:p>
      </dgm:t>
    </dgm:pt>
    <dgm:pt modelId="{9AD5CA4E-7FEF-458E-AEC7-F34787F96200}" type="sibTrans" cxnId="{F4ADFABD-8F78-4ADB-A581-73316A49C8A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3F9A5A6-87A8-4D9E-8A2D-65B24F0ECB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Establish a connection via proxy from Burp Suite</a:t>
          </a:r>
        </a:p>
      </dgm:t>
    </dgm:pt>
    <dgm:pt modelId="{D724D900-1BCC-4E0B-B414-D5320E56522A}" type="parTrans" cxnId="{3B6AB056-A023-41C4-BFC1-6D19F8817C5D}">
      <dgm:prSet/>
      <dgm:spPr/>
      <dgm:t>
        <a:bodyPr/>
        <a:lstStyle/>
        <a:p>
          <a:endParaRPr lang="en-US"/>
        </a:p>
      </dgm:t>
    </dgm:pt>
    <dgm:pt modelId="{61E25B0E-56CF-4375-94AF-0D58A7D0DFB3}" type="sibTrans" cxnId="{3B6AB056-A023-41C4-BFC1-6D19F8817C5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39F4D02-659F-458D-BE73-E8F235679A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Sniff packets using Burp Suite to detect vulnerabilities in API</a:t>
          </a:r>
        </a:p>
      </dgm:t>
    </dgm:pt>
    <dgm:pt modelId="{C526F0A2-622A-4A40-93CF-FACE82C63610}" type="parTrans" cxnId="{E4515246-3E0E-46B3-8454-6E805C047C06}">
      <dgm:prSet/>
      <dgm:spPr/>
      <dgm:t>
        <a:bodyPr/>
        <a:lstStyle/>
        <a:p>
          <a:endParaRPr lang="en-US"/>
        </a:p>
      </dgm:t>
    </dgm:pt>
    <dgm:pt modelId="{144CBD2C-95B2-4189-A69C-E81F7098B57A}" type="sibTrans" cxnId="{E4515246-3E0E-46B3-8454-6E805C047C0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E107B78-E742-4913-8883-206523D100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Machine-in-the-Middle</a:t>
          </a:r>
        </a:p>
      </dgm:t>
    </dgm:pt>
    <dgm:pt modelId="{7E81AD91-D7CA-492E-AAA0-96FBB18BED76}" type="parTrans" cxnId="{1A8CC283-1F0D-4848-84D3-62BB3D163B16}">
      <dgm:prSet/>
      <dgm:spPr/>
      <dgm:t>
        <a:bodyPr/>
        <a:lstStyle/>
        <a:p>
          <a:endParaRPr lang="en-US"/>
        </a:p>
      </dgm:t>
    </dgm:pt>
    <dgm:pt modelId="{44D99883-0BC4-4E24-87EB-39CBE46226F6}" type="sibTrans" cxnId="{1A8CC283-1F0D-4848-84D3-62BB3D163B16}">
      <dgm:prSet/>
      <dgm:spPr/>
      <dgm:t>
        <a:bodyPr/>
        <a:lstStyle/>
        <a:p>
          <a:endParaRPr lang="en-US"/>
        </a:p>
      </dgm:t>
    </dgm:pt>
    <dgm:pt modelId="{D2880B38-F815-48C6-8E2A-99142D347878}" type="pres">
      <dgm:prSet presAssocID="{21A62DA7-19CC-452A-BF14-E4477A18A3D1}" presName="root" presStyleCnt="0">
        <dgm:presLayoutVars>
          <dgm:dir/>
          <dgm:resizeHandles val="exact"/>
        </dgm:presLayoutVars>
      </dgm:prSet>
      <dgm:spPr/>
    </dgm:pt>
    <dgm:pt modelId="{1312ED47-8446-4AA8-82D1-E8751EF49AA7}" type="pres">
      <dgm:prSet presAssocID="{21A62DA7-19CC-452A-BF14-E4477A18A3D1}" presName="container" presStyleCnt="0">
        <dgm:presLayoutVars>
          <dgm:dir/>
          <dgm:resizeHandles val="exact"/>
        </dgm:presLayoutVars>
      </dgm:prSet>
      <dgm:spPr/>
    </dgm:pt>
    <dgm:pt modelId="{54B057B7-899C-4B9A-A5FA-0B77BB2162F2}" type="pres">
      <dgm:prSet presAssocID="{DF787223-6946-476A-8204-9A0F025DCA0F}" presName="compNode" presStyleCnt="0"/>
      <dgm:spPr/>
    </dgm:pt>
    <dgm:pt modelId="{9208B88E-B944-4A2B-991C-700681C1FA2D}" type="pres">
      <dgm:prSet presAssocID="{DF787223-6946-476A-8204-9A0F025DCA0F}" presName="iconBgRect" presStyleLbl="bgShp" presStyleIdx="0" presStyleCnt="4"/>
      <dgm:spPr/>
    </dgm:pt>
    <dgm:pt modelId="{724EDB8E-A3EF-429F-9831-6FBE56E72B87}" type="pres">
      <dgm:prSet presAssocID="{DF787223-6946-476A-8204-9A0F025DCA0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FF2FA297-2B80-4818-8CC8-7A20D5279058}" type="pres">
      <dgm:prSet presAssocID="{DF787223-6946-476A-8204-9A0F025DCA0F}" presName="spaceRect" presStyleCnt="0"/>
      <dgm:spPr/>
    </dgm:pt>
    <dgm:pt modelId="{75EF8B90-775B-49DF-8B1E-3807BF931FB1}" type="pres">
      <dgm:prSet presAssocID="{DF787223-6946-476A-8204-9A0F025DCA0F}" presName="textRect" presStyleLbl="revTx" presStyleIdx="0" presStyleCnt="4">
        <dgm:presLayoutVars>
          <dgm:chMax val="1"/>
          <dgm:chPref val="1"/>
        </dgm:presLayoutVars>
      </dgm:prSet>
      <dgm:spPr/>
    </dgm:pt>
    <dgm:pt modelId="{C8BF79E0-06A7-4B66-8AC9-98AFB9AC116E}" type="pres">
      <dgm:prSet presAssocID="{9AD5CA4E-7FEF-458E-AEC7-F34787F96200}" presName="sibTrans" presStyleLbl="sibTrans2D1" presStyleIdx="0" presStyleCnt="0"/>
      <dgm:spPr/>
    </dgm:pt>
    <dgm:pt modelId="{5D7E2763-C293-4D9A-AE99-64592F764638}" type="pres">
      <dgm:prSet presAssocID="{33F9A5A6-87A8-4D9E-8A2D-65B24F0ECBD2}" presName="compNode" presStyleCnt="0"/>
      <dgm:spPr/>
    </dgm:pt>
    <dgm:pt modelId="{0C99B8BE-A128-4022-8E5F-B45BF29A02F7}" type="pres">
      <dgm:prSet presAssocID="{33F9A5A6-87A8-4D9E-8A2D-65B24F0ECBD2}" presName="iconBgRect" presStyleLbl="bgShp" presStyleIdx="1" presStyleCnt="4"/>
      <dgm:spPr/>
    </dgm:pt>
    <dgm:pt modelId="{F09DD3A3-0DA7-4CF6-8C70-034414AAD90D}" type="pres">
      <dgm:prSet presAssocID="{33F9A5A6-87A8-4D9E-8A2D-65B24F0ECBD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216735D-A09F-488D-91EE-59A5186C43D2}" type="pres">
      <dgm:prSet presAssocID="{33F9A5A6-87A8-4D9E-8A2D-65B24F0ECBD2}" presName="spaceRect" presStyleCnt="0"/>
      <dgm:spPr/>
    </dgm:pt>
    <dgm:pt modelId="{97B23700-C81A-4AAC-806A-3C3C3C765652}" type="pres">
      <dgm:prSet presAssocID="{33F9A5A6-87A8-4D9E-8A2D-65B24F0ECBD2}" presName="textRect" presStyleLbl="revTx" presStyleIdx="1" presStyleCnt="4">
        <dgm:presLayoutVars>
          <dgm:chMax val="1"/>
          <dgm:chPref val="1"/>
        </dgm:presLayoutVars>
      </dgm:prSet>
      <dgm:spPr/>
    </dgm:pt>
    <dgm:pt modelId="{B6A558AA-7A99-460A-9F8C-0395A4391672}" type="pres">
      <dgm:prSet presAssocID="{61E25B0E-56CF-4375-94AF-0D58A7D0DFB3}" presName="sibTrans" presStyleLbl="sibTrans2D1" presStyleIdx="0" presStyleCnt="0"/>
      <dgm:spPr/>
    </dgm:pt>
    <dgm:pt modelId="{372F074E-2617-4971-9505-419F80BF192F}" type="pres">
      <dgm:prSet presAssocID="{D39F4D02-659F-458D-BE73-E8F235679A9D}" presName="compNode" presStyleCnt="0"/>
      <dgm:spPr/>
    </dgm:pt>
    <dgm:pt modelId="{D6225EBE-B3FD-40ED-AB39-D5740E24093B}" type="pres">
      <dgm:prSet presAssocID="{D39F4D02-659F-458D-BE73-E8F235679A9D}" presName="iconBgRect" presStyleLbl="bgShp" presStyleIdx="2" presStyleCnt="4"/>
      <dgm:spPr/>
    </dgm:pt>
    <dgm:pt modelId="{444CF669-5FD2-48FD-B547-57BEE07BDA55}" type="pres">
      <dgm:prSet presAssocID="{D39F4D02-659F-458D-BE73-E8F235679A9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71C1E2A-C89B-4543-AD8D-ED021A7FF328}" type="pres">
      <dgm:prSet presAssocID="{D39F4D02-659F-458D-BE73-E8F235679A9D}" presName="spaceRect" presStyleCnt="0"/>
      <dgm:spPr/>
    </dgm:pt>
    <dgm:pt modelId="{CDB8F001-18AB-4BA9-A4F3-EE9FCAE81548}" type="pres">
      <dgm:prSet presAssocID="{D39F4D02-659F-458D-BE73-E8F235679A9D}" presName="textRect" presStyleLbl="revTx" presStyleIdx="2" presStyleCnt="4">
        <dgm:presLayoutVars>
          <dgm:chMax val="1"/>
          <dgm:chPref val="1"/>
        </dgm:presLayoutVars>
      </dgm:prSet>
      <dgm:spPr/>
    </dgm:pt>
    <dgm:pt modelId="{816D9C8E-3A57-4D91-9F51-2A49B7827382}" type="pres">
      <dgm:prSet presAssocID="{144CBD2C-95B2-4189-A69C-E81F7098B57A}" presName="sibTrans" presStyleLbl="sibTrans2D1" presStyleIdx="0" presStyleCnt="0"/>
      <dgm:spPr/>
    </dgm:pt>
    <dgm:pt modelId="{D802F89E-43E3-4274-93C2-35016D7C9824}" type="pres">
      <dgm:prSet presAssocID="{CE107B78-E742-4913-8883-206523D10038}" presName="compNode" presStyleCnt="0"/>
      <dgm:spPr/>
    </dgm:pt>
    <dgm:pt modelId="{2329E5B2-9BBB-4FCD-A9CF-792B22F189D4}" type="pres">
      <dgm:prSet presAssocID="{CE107B78-E742-4913-8883-206523D10038}" presName="iconBgRect" presStyleLbl="bgShp" presStyleIdx="3" presStyleCnt="4"/>
      <dgm:spPr/>
    </dgm:pt>
    <dgm:pt modelId="{54AA9F12-4295-44B0-9154-AC3621BA9D8B}" type="pres">
      <dgm:prSet presAssocID="{CE107B78-E742-4913-8883-206523D1003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646F567-A642-4B76-ACFE-DE3E6EE9B109}" type="pres">
      <dgm:prSet presAssocID="{CE107B78-E742-4913-8883-206523D10038}" presName="spaceRect" presStyleCnt="0"/>
      <dgm:spPr/>
    </dgm:pt>
    <dgm:pt modelId="{B7D4AB9E-EB90-488C-90E5-0342C6E406E1}" type="pres">
      <dgm:prSet presAssocID="{CE107B78-E742-4913-8883-206523D1003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C2E533C-C40E-44B6-9802-DE4A33672044}" type="presOf" srcId="{144CBD2C-95B2-4189-A69C-E81F7098B57A}" destId="{816D9C8E-3A57-4D91-9F51-2A49B7827382}" srcOrd="0" destOrd="0" presId="urn:microsoft.com/office/officeart/2018/2/layout/IconCircleList"/>
    <dgm:cxn modelId="{1DC2C63E-4071-46B6-9A4D-8829BFE38FB1}" type="presOf" srcId="{CE107B78-E742-4913-8883-206523D10038}" destId="{B7D4AB9E-EB90-488C-90E5-0342C6E406E1}" srcOrd="0" destOrd="0" presId="urn:microsoft.com/office/officeart/2018/2/layout/IconCircleList"/>
    <dgm:cxn modelId="{E4515246-3E0E-46B3-8454-6E805C047C06}" srcId="{21A62DA7-19CC-452A-BF14-E4477A18A3D1}" destId="{D39F4D02-659F-458D-BE73-E8F235679A9D}" srcOrd="2" destOrd="0" parTransId="{C526F0A2-622A-4A40-93CF-FACE82C63610}" sibTransId="{144CBD2C-95B2-4189-A69C-E81F7098B57A}"/>
    <dgm:cxn modelId="{8C18F348-A423-4C03-A2FB-BC8159F1D3DC}" type="presOf" srcId="{9AD5CA4E-7FEF-458E-AEC7-F34787F96200}" destId="{C8BF79E0-06A7-4B66-8AC9-98AFB9AC116E}" srcOrd="0" destOrd="0" presId="urn:microsoft.com/office/officeart/2018/2/layout/IconCircleList"/>
    <dgm:cxn modelId="{3B6AB056-A023-41C4-BFC1-6D19F8817C5D}" srcId="{21A62DA7-19CC-452A-BF14-E4477A18A3D1}" destId="{33F9A5A6-87A8-4D9E-8A2D-65B24F0ECBD2}" srcOrd="1" destOrd="0" parTransId="{D724D900-1BCC-4E0B-B414-D5320E56522A}" sibTransId="{61E25B0E-56CF-4375-94AF-0D58A7D0DFB3}"/>
    <dgm:cxn modelId="{BF6EED7C-DFCD-4D38-89C4-16E7228FB53B}" type="presOf" srcId="{21A62DA7-19CC-452A-BF14-E4477A18A3D1}" destId="{D2880B38-F815-48C6-8E2A-99142D347878}" srcOrd="0" destOrd="0" presId="urn:microsoft.com/office/officeart/2018/2/layout/IconCircleList"/>
    <dgm:cxn modelId="{1A8CC283-1F0D-4848-84D3-62BB3D163B16}" srcId="{21A62DA7-19CC-452A-BF14-E4477A18A3D1}" destId="{CE107B78-E742-4913-8883-206523D10038}" srcOrd="3" destOrd="0" parTransId="{7E81AD91-D7CA-492E-AAA0-96FBB18BED76}" sibTransId="{44D99883-0BC4-4E24-87EB-39CBE46226F6}"/>
    <dgm:cxn modelId="{70E5028B-3ADC-45CA-97C0-90EAABDCD342}" type="presOf" srcId="{D39F4D02-659F-458D-BE73-E8F235679A9D}" destId="{CDB8F001-18AB-4BA9-A4F3-EE9FCAE81548}" srcOrd="0" destOrd="0" presId="urn:microsoft.com/office/officeart/2018/2/layout/IconCircleList"/>
    <dgm:cxn modelId="{46A6BC93-8790-4C8B-8294-E78B9ED7AF98}" type="presOf" srcId="{DF787223-6946-476A-8204-9A0F025DCA0F}" destId="{75EF8B90-775B-49DF-8B1E-3807BF931FB1}" srcOrd="0" destOrd="0" presId="urn:microsoft.com/office/officeart/2018/2/layout/IconCircleList"/>
    <dgm:cxn modelId="{F4ADFABD-8F78-4ADB-A581-73316A49C8A2}" srcId="{21A62DA7-19CC-452A-BF14-E4477A18A3D1}" destId="{DF787223-6946-476A-8204-9A0F025DCA0F}" srcOrd="0" destOrd="0" parTransId="{DEA53FE1-ECDA-40DA-8C52-51DD04B6636A}" sibTransId="{9AD5CA4E-7FEF-458E-AEC7-F34787F96200}"/>
    <dgm:cxn modelId="{CB1C1ED9-71A3-4479-BFE3-6514ADED0A12}" type="presOf" srcId="{61E25B0E-56CF-4375-94AF-0D58A7D0DFB3}" destId="{B6A558AA-7A99-460A-9F8C-0395A4391672}" srcOrd="0" destOrd="0" presId="urn:microsoft.com/office/officeart/2018/2/layout/IconCircleList"/>
    <dgm:cxn modelId="{B12E2DDC-F9C7-4F99-B6BD-3D92C951BF62}" type="presOf" srcId="{33F9A5A6-87A8-4D9E-8A2D-65B24F0ECBD2}" destId="{97B23700-C81A-4AAC-806A-3C3C3C765652}" srcOrd="0" destOrd="0" presId="urn:microsoft.com/office/officeart/2018/2/layout/IconCircleList"/>
    <dgm:cxn modelId="{7628600D-1797-46B6-B6D1-2C57151B40E2}" type="presParOf" srcId="{D2880B38-F815-48C6-8E2A-99142D347878}" destId="{1312ED47-8446-4AA8-82D1-E8751EF49AA7}" srcOrd="0" destOrd="0" presId="urn:microsoft.com/office/officeart/2018/2/layout/IconCircleList"/>
    <dgm:cxn modelId="{543915D0-5B94-4C3E-99ED-CE17F1C66B44}" type="presParOf" srcId="{1312ED47-8446-4AA8-82D1-E8751EF49AA7}" destId="{54B057B7-899C-4B9A-A5FA-0B77BB2162F2}" srcOrd="0" destOrd="0" presId="urn:microsoft.com/office/officeart/2018/2/layout/IconCircleList"/>
    <dgm:cxn modelId="{8C2862F9-FA84-418C-9A0E-C6FA441525A3}" type="presParOf" srcId="{54B057B7-899C-4B9A-A5FA-0B77BB2162F2}" destId="{9208B88E-B944-4A2B-991C-700681C1FA2D}" srcOrd="0" destOrd="0" presId="urn:microsoft.com/office/officeart/2018/2/layout/IconCircleList"/>
    <dgm:cxn modelId="{3B7A500E-B979-474D-8F7A-C128845A4AD9}" type="presParOf" srcId="{54B057B7-899C-4B9A-A5FA-0B77BB2162F2}" destId="{724EDB8E-A3EF-429F-9831-6FBE56E72B87}" srcOrd="1" destOrd="0" presId="urn:microsoft.com/office/officeart/2018/2/layout/IconCircleList"/>
    <dgm:cxn modelId="{332C1FDF-2702-46ED-AB99-D95BB180A282}" type="presParOf" srcId="{54B057B7-899C-4B9A-A5FA-0B77BB2162F2}" destId="{FF2FA297-2B80-4818-8CC8-7A20D5279058}" srcOrd="2" destOrd="0" presId="urn:microsoft.com/office/officeart/2018/2/layout/IconCircleList"/>
    <dgm:cxn modelId="{A0A4F10F-2AAF-440A-8151-550DB33B55C0}" type="presParOf" srcId="{54B057B7-899C-4B9A-A5FA-0B77BB2162F2}" destId="{75EF8B90-775B-49DF-8B1E-3807BF931FB1}" srcOrd="3" destOrd="0" presId="urn:microsoft.com/office/officeart/2018/2/layout/IconCircleList"/>
    <dgm:cxn modelId="{2E439B6D-D2C0-438A-B905-4D797946971B}" type="presParOf" srcId="{1312ED47-8446-4AA8-82D1-E8751EF49AA7}" destId="{C8BF79E0-06A7-4B66-8AC9-98AFB9AC116E}" srcOrd="1" destOrd="0" presId="urn:microsoft.com/office/officeart/2018/2/layout/IconCircleList"/>
    <dgm:cxn modelId="{53C27803-A040-428E-B2DA-5EE42C42BE51}" type="presParOf" srcId="{1312ED47-8446-4AA8-82D1-E8751EF49AA7}" destId="{5D7E2763-C293-4D9A-AE99-64592F764638}" srcOrd="2" destOrd="0" presId="urn:microsoft.com/office/officeart/2018/2/layout/IconCircleList"/>
    <dgm:cxn modelId="{F6DDCE58-6268-4CFB-A921-76CC38955A61}" type="presParOf" srcId="{5D7E2763-C293-4D9A-AE99-64592F764638}" destId="{0C99B8BE-A128-4022-8E5F-B45BF29A02F7}" srcOrd="0" destOrd="0" presId="urn:microsoft.com/office/officeart/2018/2/layout/IconCircleList"/>
    <dgm:cxn modelId="{93654A9A-6CD8-492D-A692-EBBB6C9694EE}" type="presParOf" srcId="{5D7E2763-C293-4D9A-AE99-64592F764638}" destId="{F09DD3A3-0DA7-4CF6-8C70-034414AAD90D}" srcOrd="1" destOrd="0" presId="urn:microsoft.com/office/officeart/2018/2/layout/IconCircleList"/>
    <dgm:cxn modelId="{11F16672-4B82-404F-A020-2FC451C867BE}" type="presParOf" srcId="{5D7E2763-C293-4D9A-AE99-64592F764638}" destId="{4216735D-A09F-488D-91EE-59A5186C43D2}" srcOrd="2" destOrd="0" presId="urn:microsoft.com/office/officeart/2018/2/layout/IconCircleList"/>
    <dgm:cxn modelId="{FFAFB232-E65B-4727-A07F-3F3BC3A1016F}" type="presParOf" srcId="{5D7E2763-C293-4D9A-AE99-64592F764638}" destId="{97B23700-C81A-4AAC-806A-3C3C3C765652}" srcOrd="3" destOrd="0" presId="urn:microsoft.com/office/officeart/2018/2/layout/IconCircleList"/>
    <dgm:cxn modelId="{5B7CC374-7680-496C-8EFE-76F0B9047E96}" type="presParOf" srcId="{1312ED47-8446-4AA8-82D1-E8751EF49AA7}" destId="{B6A558AA-7A99-460A-9F8C-0395A4391672}" srcOrd="3" destOrd="0" presId="urn:microsoft.com/office/officeart/2018/2/layout/IconCircleList"/>
    <dgm:cxn modelId="{73BE62A6-66FC-46CF-A205-0F4417227B7E}" type="presParOf" srcId="{1312ED47-8446-4AA8-82D1-E8751EF49AA7}" destId="{372F074E-2617-4971-9505-419F80BF192F}" srcOrd="4" destOrd="0" presId="urn:microsoft.com/office/officeart/2018/2/layout/IconCircleList"/>
    <dgm:cxn modelId="{45558D53-3733-4C5A-BBB7-481E12B8F29E}" type="presParOf" srcId="{372F074E-2617-4971-9505-419F80BF192F}" destId="{D6225EBE-B3FD-40ED-AB39-D5740E24093B}" srcOrd="0" destOrd="0" presId="urn:microsoft.com/office/officeart/2018/2/layout/IconCircleList"/>
    <dgm:cxn modelId="{BAB5E452-BA3D-4464-AFBC-C3037B137EFE}" type="presParOf" srcId="{372F074E-2617-4971-9505-419F80BF192F}" destId="{444CF669-5FD2-48FD-B547-57BEE07BDA55}" srcOrd="1" destOrd="0" presId="urn:microsoft.com/office/officeart/2018/2/layout/IconCircleList"/>
    <dgm:cxn modelId="{DF57CD7F-CE9F-42ED-8E71-078A1239EB96}" type="presParOf" srcId="{372F074E-2617-4971-9505-419F80BF192F}" destId="{971C1E2A-C89B-4543-AD8D-ED021A7FF328}" srcOrd="2" destOrd="0" presId="urn:microsoft.com/office/officeart/2018/2/layout/IconCircleList"/>
    <dgm:cxn modelId="{232D7663-FA50-4FDA-BAFF-100A9231A8EA}" type="presParOf" srcId="{372F074E-2617-4971-9505-419F80BF192F}" destId="{CDB8F001-18AB-4BA9-A4F3-EE9FCAE81548}" srcOrd="3" destOrd="0" presId="urn:microsoft.com/office/officeart/2018/2/layout/IconCircleList"/>
    <dgm:cxn modelId="{E37D7F0B-59C8-442A-AC79-828FEB20880D}" type="presParOf" srcId="{1312ED47-8446-4AA8-82D1-E8751EF49AA7}" destId="{816D9C8E-3A57-4D91-9F51-2A49B7827382}" srcOrd="5" destOrd="0" presId="urn:microsoft.com/office/officeart/2018/2/layout/IconCircleList"/>
    <dgm:cxn modelId="{B080CD23-830D-4587-AA4F-C207B09EE383}" type="presParOf" srcId="{1312ED47-8446-4AA8-82D1-E8751EF49AA7}" destId="{D802F89E-43E3-4274-93C2-35016D7C9824}" srcOrd="6" destOrd="0" presId="urn:microsoft.com/office/officeart/2018/2/layout/IconCircleList"/>
    <dgm:cxn modelId="{F20DDAA9-94E4-4670-BF86-10CD6517403C}" type="presParOf" srcId="{D802F89E-43E3-4274-93C2-35016D7C9824}" destId="{2329E5B2-9BBB-4FCD-A9CF-792B22F189D4}" srcOrd="0" destOrd="0" presId="urn:microsoft.com/office/officeart/2018/2/layout/IconCircleList"/>
    <dgm:cxn modelId="{90AF0E9A-DC7E-444B-A426-326E56400CFD}" type="presParOf" srcId="{D802F89E-43E3-4274-93C2-35016D7C9824}" destId="{54AA9F12-4295-44B0-9154-AC3621BA9D8B}" srcOrd="1" destOrd="0" presId="urn:microsoft.com/office/officeart/2018/2/layout/IconCircleList"/>
    <dgm:cxn modelId="{5832C5F2-B712-4728-8EBB-F722420D5ADB}" type="presParOf" srcId="{D802F89E-43E3-4274-93C2-35016D7C9824}" destId="{B646F567-A642-4B76-ACFE-DE3E6EE9B109}" srcOrd="2" destOrd="0" presId="urn:microsoft.com/office/officeart/2018/2/layout/IconCircleList"/>
    <dgm:cxn modelId="{0C22BDA2-D6B5-4B23-9352-3FC5C9E19307}" type="presParOf" srcId="{D802F89E-43E3-4274-93C2-35016D7C9824}" destId="{B7D4AB9E-EB90-488C-90E5-0342C6E406E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9B546D-218F-4B8F-A8F5-2961168EF2B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AE5749-65A3-4C67-BC2E-8D99604FA1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Proxy</a:t>
          </a:r>
        </a:p>
      </dgm:t>
    </dgm:pt>
    <dgm:pt modelId="{4C6B14DF-15E1-4E49-8FFF-A869F1FABCF1}" type="parTrans" cxnId="{3BAAE852-471B-43E7-8205-468FB742F828}">
      <dgm:prSet/>
      <dgm:spPr/>
      <dgm:t>
        <a:bodyPr/>
        <a:lstStyle/>
        <a:p>
          <a:endParaRPr lang="en-US"/>
        </a:p>
      </dgm:t>
    </dgm:pt>
    <dgm:pt modelId="{C9CFD1FE-6A00-4681-A769-BB6AABFA1327}" type="sibTrans" cxnId="{3BAAE852-471B-43E7-8205-468FB742F82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9959CF-7C6F-4B3E-A195-C6472D34C3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Burp Suite</a:t>
          </a:r>
        </a:p>
      </dgm:t>
    </dgm:pt>
    <dgm:pt modelId="{1482B987-5BCA-4E50-B28D-0EDB4674EF8E}" type="parTrans" cxnId="{FB7582AA-DCBE-475C-9E12-C72D9FFAF461}">
      <dgm:prSet/>
      <dgm:spPr/>
      <dgm:t>
        <a:bodyPr/>
        <a:lstStyle/>
        <a:p>
          <a:endParaRPr lang="en-US"/>
        </a:p>
      </dgm:t>
    </dgm:pt>
    <dgm:pt modelId="{8EBD1E14-4430-4EA9-8602-5D47E50A2FF0}" type="sibTrans" cxnId="{FB7582AA-DCBE-475C-9E12-C72D9FFAF46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F491E76-E8C4-4DD1-930F-E4E45A76E8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Android Emulator</a:t>
          </a:r>
        </a:p>
      </dgm:t>
    </dgm:pt>
    <dgm:pt modelId="{0F589971-3C79-48BC-B258-F9493265D824}" type="parTrans" cxnId="{A390D30E-73AE-4492-868A-18C94DF39686}">
      <dgm:prSet/>
      <dgm:spPr/>
      <dgm:t>
        <a:bodyPr/>
        <a:lstStyle/>
        <a:p>
          <a:endParaRPr lang="en-US"/>
        </a:p>
      </dgm:t>
    </dgm:pt>
    <dgm:pt modelId="{51813B00-C6E0-43D5-842C-322F7BBCF33A}" type="sibTrans" cxnId="{A390D30E-73AE-4492-868A-18C94DF396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352F9C4-35AA-4E60-A988-0AD560E826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API Vulnerabilities</a:t>
          </a:r>
        </a:p>
      </dgm:t>
    </dgm:pt>
    <dgm:pt modelId="{9BE15782-F95A-4E17-B97F-ABAAE8BBF97A}" type="parTrans" cxnId="{AE4413F9-4BF1-48BC-9964-A8FC81DCA340}">
      <dgm:prSet/>
      <dgm:spPr/>
      <dgm:t>
        <a:bodyPr/>
        <a:lstStyle/>
        <a:p>
          <a:endParaRPr lang="en-US"/>
        </a:p>
      </dgm:t>
    </dgm:pt>
    <dgm:pt modelId="{0C30DF1A-2BF3-4B37-BF8E-E4FF5F2C5199}" type="sibTrans" cxnId="{AE4413F9-4BF1-48BC-9964-A8FC81DCA340}">
      <dgm:prSet/>
      <dgm:spPr/>
      <dgm:t>
        <a:bodyPr/>
        <a:lstStyle/>
        <a:p>
          <a:endParaRPr lang="en-US"/>
        </a:p>
      </dgm:t>
    </dgm:pt>
    <dgm:pt modelId="{009A609C-7ECD-45AE-8141-FF30F98AB1EE}" type="pres">
      <dgm:prSet presAssocID="{519B546D-218F-4B8F-A8F5-2961168EF2BC}" presName="root" presStyleCnt="0">
        <dgm:presLayoutVars>
          <dgm:dir/>
          <dgm:resizeHandles val="exact"/>
        </dgm:presLayoutVars>
      </dgm:prSet>
      <dgm:spPr/>
    </dgm:pt>
    <dgm:pt modelId="{B82462D2-C83A-4406-BB63-51EC83FF1E7B}" type="pres">
      <dgm:prSet presAssocID="{519B546D-218F-4B8F-A8F5-2961168EF2BC}" presName="container" presStyleCnt="0">
        <dgm:presLayoutVars>
          <dgm:dir/>
          <dgm:resizeHandles val="exact"/>
        </dgm:presLayoutVars>
      </dgm:prSet>
      <dgm:spPr/>
    </dgm:pt>
    <dgm:pt modelId="{F35A71BA-2DB0-4A35-BCC5-9F280FAC6C1C}" type="pres">
      <dgm:prSet presAssocID="{13AE5749-65A3-4C67-BC2E-8D99604FA140}" presName="compNode" presStyleCnt="0"/>
      <dgm:spPr/>
    </dgm:pt>
    <dgm:pt modelId="{BB6499FD-20A0-4978-8C2A-1D7C5A85EE71}" type="pres">
      <dgm:prSet presAssocID="{13AE5749-65A3-4C67-BC2E-8D99604FA140}" presName="iconBgRect" presStyleLbl="bgShp" presStyleIdx="0" presStyleCnt="4"/>
      <dgm:spPr/>
    </dgm:pt>
    <dgm:pt modelId="{C2EAB2EE-7897-44E9-9A8D-068B76314B6E}" type="pres">
      <dgm:prSet presAssocID="{13AE5749-65A3-4C67-BC2E-8D99604FA14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94E678A1-6CD2-4980-A3F8-BEE99EB7BD80}" type="pres">
      <dgm:prSet presAssocID="{13AE5749-65A3-4C67-BC2E-8D99604FA140}" presName="spaceRect" presStyleCnt="0"/>
      <dgm:spPr/>
    </dgm:pt>
    <dgm:pt modelId="{5AAA92FE-FFC0-4BBD-BBFD-2FCF2404A98B}" type="pres">
      <dgm:prSet presAssocID="{13AE5749-65A3-4C67-BC2E-8D99604FA140}" presName="textRect" presStyleLbl="revTx" presStyleIdx="0" presStyleCnt="4">
        <dgm:presLayoutVars>
          <dgm:chMax val="1"/>
          <dgm:chPref val="1"/>
        </dgm:presLayoutVars>
      </dgm:prSet>
      <dgm:spPr/>
    </dgm:pt>
    <dgm:pt modelId="{D1363DB6-2C30-4FDB-81A1-B76D4AB2A107}" type="pres">
      <dgm:prSet presAssocID="{C9CFD1FE-6A00-4681-A769-BB6AABFA1327}" presName="sibTrans" presStyleLbl="sibTrans2D1" presStyleIdx="0" presStyleCnt="0"/>
      <dgm:spPr/>
    </dgm:pt>
    <dgm:pt modelId="{75E23FA5-27AF-48C4-8095-BA9E77A7A0FC}" type="pres">
      <dgm:prSet presAssocID="{BB9959CF-7C6F-4B3E-A195-C6472D34C3FC}" presName="compNode" presStyleCnt="0"/>
      <dgm:spPr/>
    </dgm:pt>
    <dgm:pt modelId="{91785D1C-9A3E-4CCA-91BE-04261078FBA8}" type="pres">
      <dgm:prSet presAssocID="{BB9959CF-7C6F-4B3E-A195-C6472D34C3FC}" presName="iconBgRect" presStyleLbl="bgShp" presStyleIdx="1" presStyleCnt="4"/>
      <dgm:spPr/>
    </dgm:pt>
    <dgm:pt modelId="{54EB91E5-0191-4813-890E-8814DC8F508F}" type="pres">
      <dgm:prSet presAssocID="{BB9959CF-7C6F-4B3E-A195-C6472D34C3F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18D471E8-62B9-4146-AB11-E1B22FEB5D3C}" type="pres">
      <dgm:prSet presAssocID="{BB9959CF-7C6F-4B3E-A195-C6472D34C3FC}" presName="spaceRect" presStyleCnt="0"/>
      <dgm:spPr/>
    </dgm:pt>
    <dgm:pt modelId="{D9B93441-9AFB-4AAC-B921-94DE200653F5}" type="pres">
      <dgm:prSet presAssocID="{BB9959CF-7C6F-4B3E-A195-C6472D34C3FC}" presName="textRect" presStyleLbl="revTx" presStyleIdx="1" presStyleCnt="4">
        <dgm:presLayoutVars>
          <dgm:chMax val="1"/>
          <dgm:chPref val="1"/>
        </dgm:presLayoutVars>
      </dgm:prSet>
      <dgm:spPr/>
    </dgm:pt>
    <dgm:pt modelId="{4F0438A3-B436-41F7-A212-31D217960FF8}" type="pres">
      <dgm:prSet presAssocID="{8EBD1E14-4430-4EA9-8602-5D47E50A2FF0}" presName="sibTrans" presStyleLbl="sibTrans2D1" presStyleIdx="0" presStyleCnt="0"/>
      <dgm:spPr/>
    </dgm:pt>
    <dgm:pt modelId="{2773FCE6-EC14-4D0E-AD2F-97FD7B0A1AAA}" type="pres">
      <dgm:prSet presAssocID="{7F491E76-E8C4-4DD1-930F-E4E45A76E80B}" presName="compNode" presStyleCnt="0"/>
      <dgm:spPr/>
    </dgm:pt>
    <dgm:pt modelId="{FC9B354A-5268-40DC-809E-D9964A3FCB1A}" type="pres">
      <dgm:prSet presAssocID="{7F491E76-E8C4-4DD1-930F-E4E45A76E80B}" presName="iconBgRect" presStyleLbl="bgShp" presStyleIdx="2" presStyleCnt="4"/>
      <dgm:spPr/>
    </dgm:pt>
    <dgm:pt modelId="{E075B9CA-714C-412E-84D5-30EFB767FC92}" type="pres">
      <dgm:prSet presAssocID="{7F491E76-E8C4-4DD1-930F-E4E45A76E80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27E073D-ECAA-4DC1-A681-2AB942730264}" type="pres">
      <dgm:prSet presAssocID="{7F491E76-E8C4-4DD1-930F-E4E45A76E80B}" presName="spaceRect" presStyleCnt="0"/>
      <dgm:spPr/>
    </dgm:pt>
    <dgm:pt modelId="{4771BED1-9247-4535-A57B-DFB9E6A7B5C1}" type="pres">
      <dgm:prSet presAssocID="{7F491E76-E8C4-4DD1-930F-E4E45A76E80B}" presName="textRect" presStyleLbl="revTx" presStyleIdx="2" presStyleCnt="4">
        <dgm:presLayoutVars>
          <dgm:chMax val="1"/>
          <dgm:chPref val="1"/>
        </dgm:presLayoutVars>
      </dgm:prSet>
      <dgm:spPr/>
    </dgm:pt>
    <dgm:pt modelId="{B5425FE0-C986-444F-8F91-E34C4D31D2DF}" type="pres">
      <dgm:prSet presAssocID="{51813B00-C6E0-43D5-842C-322F7BBCF33A}" presName="sibTrans" presStyleLbl="sibTrans2D1" presStyleIdx="0" presStyleCnt="0"/>
      <dgm:spPr/>
    </dgm:pt>
    <dgm:pt modelId="{1573D028-506F-4412-B878-E44BE10EB2A9}" type="pres">
      <dgm:prSet presAssocID="{9352F9C4-35AA-4E60-A988-0AD560E8263F}" presName="compNode" presStyleCnt="0"/>
      <dgm:spPr/>
    </dgm:pt>
    <dgm:pt modelId="{E23898D4-EE7C-4320-82AF-A1B38E9BF2C7}" type="pres">
      <dgm:prSet presAssocID="{9352F9C4-35AA-4E60-A988-0AD560E8263F}" presName="iconBgRect" presStyleLbl="bgShp" presStyleIdx="3" presStyleCnt="4"/>
      <dgm:spPr/>
    </dgm:pt>
    <dgm:pt modelId="{5F97FCC1-5964-478F-BE76-2AFBFCB33ECD}" type="pres">
      <dgm:prSet presAssocID="{9352F9C4-35AA-4E60-A988-0AD560E8263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4F9FCB6-11B8-4D8A-8AD8-CFDB492065E3}" type="pres">
      <dgm:prSet presAssocID="{9352F9C4-35AA-4E60-A988-0AD560E8263F}" presName="spaceRect" presStyleCnt="0"/>
      <dgm:spPr/>
    </dgm:pt>
    <dgm:pt modelId="{1C0997DC-EFF8-440A-A84B-31B9BCB16E6E}" type="pres">
      <dgm:prSet presAssocID="{9352F9C4-35AA-4E60-A988-0AD560E8263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B85B606-BA91-4C88-866B-63AC0DD07135}" type="presOf" srcId="{7F491E76-E8C4-4DD1-930F-E4E45A76E80B}" destId="{4771BED1-9247-4535-A57B-DFB9E6A7B5C1}" srcOrd="0" destOrd="0" presId="urn:microsoft.com/office/officeart/2018/2/layout/IconCircleList"/>
    <dgm:cxn modelId="{A390D30E-73AE-4492-868A-18C94DF39686}" srcId="{519B546D-218F-4B8F-A8F5-2961168EF2BC}" destId="{7F491E76-E8C4-4DD1-930F-E4E45A76E80B}" srcOrd="2" destOrd="0" parTransId="{0F589971-3C79-48BC-B258-F9493265D824}" sibTransId="{51813B00-C6E0-43D5-842C-322F7BBCF33A}"/>
    <dgm:cxn modelId="{3896C460-276F-4E2E-9C06-E95848BE5AA8}" type="presOf" srcId="{13AE5749-65A3-4C67-BC2E-8D99604FA140}" destId="{5AAA92FE-FFC0-4BBD-BBFD-2FCF2404A98B}" srcOrd="0" destOrd="0" presId="urn:microsoft.com/office/officeart/2018/2/layout/IconCircleList"/>
    <dgm:cxn modelId="{312E1C45-5B0E-4314-B2C1-0935851C283B}" type="presOf" srcId="{BB9959CF-7C6F-4B3E-A195-C6472D34C3FC}" destId="{D9B93441-9AFB-4AAC-B921-94DE200653F5}" srcOrd="0" destOrd="0" presId="urn:microsoft.com/office/officeart/2018/2/layout/IconCircleList"/>
    <dgm:cxn modelId="{5C274346-B6D8-45D3-AF17-D47B2CC3809B}" type="presOf" srcId="{C9CFD1FE-6A00-4681-A769-BB6AABFA1327}" destId="{D1363DB6-2C30-4FDB-81A1-B76D4AB2A107}" srcOrd="0" destOrd="0" presId="urn:microsoft.com/office/officeart/2018/2/layout/IconCircleList"/>
    <dgm:cxn modelId="{5298CF49-563E-47FF-A85A-09DA297DC88E}" type="presOf" srcId="{51813B00-C6E0-43D5-842C-322F7BBCF33A}" destId="{B5425FE0-C986-444F-8F91-E34C4D31D2DF}" srcOrd="0" destOrd="0" presId="urn:microsoft.com/office/officeart/2018/2/layout/IconCircleList"/>
    <dgm:cxn modelId="{3BAAE852-471B-43E7-8205-468FB742F828}" srcId="{519B546D-218F-4B8F-A8F5-2961168EF2BC}" destId="{13AE5749-65A3-4C67-BC2E-8D99604FA140}" srcOrd="0" destOrd="0" parTransId="{4C6B14DF-15E1-4E49-8FFF-A869F1FABCF1}" sibTransId="{C9CFD1FE-6A00-4681-A769-BB6AABFA1327}"/>
    <dgm:cxn modelId="{A42F2C7F-A022-4226-9C2C-40D2DA5A9A30}" type="presOf" srcId="{8EBD1E14-4430-4EA9-8602-5D47E50A2FF0}" destId="{4F0438A3-B436-41F7-A212-31D217960FF8}" srcOrd="0" destOrd="0" presId="urn:microsoft.com/office/officeart/2018/2/layout/IconCircleList"/>
    <dgm:cxn modelId="{FB7582AA-DCBE-475C-9E12-C72D9FFAF461}" srcId="{519B546D-218F-4B8F-A8F5-2961168EF2BC}" destId="{BB9959CF-7C6F-4B3E-A195-C6472D34C3FC}" srcOrd="1" destOrd="0" parTransId="{1482B987-5BCA-4E50-B28D-0EDB4674EF8E}" sibTransId="{8EBD1E14-4430-4EA9-8602-5D47E50A2FF0}"/>
    <dgm:cxn modelId="{E4CB3BCF-094F-4C1B-84F5-BDAADD279462}" type="presOf" srcId="{9352F9C4-35AA-4E60-A988-0AD560E8263F}" destId="{1C0997DC-EFF8-440A-A84B-31B9BCB16E6E}" srcOrd="0" destOrd="0" presId="urn:microsoft.com/office/officeart/2018/2/layout/IconCircleList"/>
    <dgm:cxn modelId="{8DE46DD4-5ED5-41D5-9584-1C6B04A3EEED}" type="presOf" srcId="{519B546D-218F-4B8F-A8F5-2961168EF2BC}" destId="{009A609C-7ECD-45AE-8141-FF30F98AB1EE}" srcOrd="0" destOrd="0" presId="urn:microsoft.com/office/officeart/2018/2/layout/IconCircleList"/>
    <dgm:cxn modelId="{AE4413F9-4BF1-48BC-9964-A8FC81DCA340}" srcId="{519B546D-218F-4B8F-A8F5-2961168EF2BC}" destId="{9352F9C4-35AA-4E60-A988-0AD560E8263F}" srcOrd="3" destOrd="0" parTransId="{9BE15782-F95A-4E17-B97F-ABAAE8BBF97A}" sibTransId="{0C30DF1A-2BF3-4B37-BF8E-E4FF5F2C5199}"/>
    <dgm:cxn modelId="{B777E4E8-D7D9-4B37-B0BC-B7DE8B12C3B1}" type="presParOf" srcId="{009A609C-7ECD-45AE-8141-FF30F98AB1EE}" destId="{B82462D2-C83A-4406-BB63-51EC83FF1E7B}" srcOrd="0" destOrd="0" presId="urn:microsoft.com/office/officeart/2018/2/layout/IconCircleList"/>
    <dgm:cxn modelId="{D954BCDB-3136-48A9-BD28-6762D05F922E}" type="presParOf" srcId="{B82462D2-C83A-4406-BB63-51EC83FF1E7B}" destId="{F35A71BA-2DB0-4A35-BCC5-9F280FAC6C1C}" srcOrd="0" destOrd="0" presId="urn:microsoft.com/office/officeart/2018/2/layout/IconCircleList"/>
    <dgm:cxn modelId="{B09D0B73-3554-42A4-B404-A1F35E5DC6F0}" type="presParOf" srcId="{F35A71BA-2DB0-4A35-BCC5-9F280FAC6C1C}" destId="{BB6499FD-20A0-4978-8C2A-1D7C5A85EE71}" srcOrd="0" destOrd="0" presId="urn:microsoft.com/office/officeart/2018/2/layout/IconCircleList"/>
    <dgm:cxn modelId="{11FF48C2-D108-4DCA-AC25-196E72145B1A}" type="presParOf" srcId="{F35A71BA-2DB0-4A35-BCC5-9F280FAC6C1C}" destId="{C2EAB2EE-7897-44E9-9A8D-068B76314B6E}" srcOrd="1" destOrd="0" presId="urn:microsoft.com/office/officeart/2018/2/layout/IconCircleList"/>
    <dgm:cxn modelId="{04E43855-7C8E-44B1-905C-3C8C1A1F898D}" type="presParOf" srcId="{F35A71BA-2DB0-4A35-BCC5-9F280FAC6C1C}" destId="{94E678A1-6CD2-4980-A3F8-BEE99EB7BD80}" srcOrd="2" destOrd="0" presId="urn:microsoft.com/office/officeart/2018/2/layout/IconCircleList"/>
    <dgm:cxn modelId="{3C59E7F6-1FF1-4D97-80C3-E04FDAA900D3}" type="presParOf" srcId="{F35A71BA-2DB0-4A35-BCC5-9F280FAC6C1C}" destId="{5AAA92FE-FFC0-4BBD-BBFD-2FCF2404A98B}" srcOrd="3" destOrd="0" presId="urn:microsoft.com/office/officeart/2018/2/layout/IconCircleList"/>
    <dgm:cxn modelId="{EC24EBFB-B79F-40CF-BBC6-53CBC3D9AE42}" type="presParOf" srcId="{B82462D2-C83A-4406-BB63-51EC83FF1E7B}" destId="{D1363DB6-2C30-4FDB-81A1-B76D4AB2A107}" srcOrd="1" destOrd="0" presId="urn:microsoft.com/office/officeart/2018/2/layout/IconCircleList"/>
    <dgm:cxn modelId="{7C691FF4-2A3E-4098-B517-4FE5660C08F3}" type="presParOf" srcId="{B82462D2-C83A-4406-BB63-51EC83FF1E7B}" destId="{75E23FA5-27AF-48C4-8095-BA9E77A7A0FC}" srcOrd="2" destOrd="0" presId="urn:microsoft.com/office/officeart/2018/2/layout/IconCircleList"/>
    <dgm:cxn modelId="{FAEBD366-4345-4EA9-B4B3-429E2450E45D}" type="presParOf" srcId="{75E23FA5-27AF-48C4-8095-BA9E77A7A0FC}" destId="{91785D1C-9A3E-4CCA-91BE-04261078FBA8}" srcOrd="0" destOrd="0" presId="urn:microsoft.com/office/officeart/2018/2/layout/IconCircleList"/>
    <dgm:cxn modelId="{77A349A1-920E-4770-BDCB-AC15496D27DF}" type="presParOf" srcId="{75E23FA5-27AF-48C4-8095-BA9E77A7A0FC}" destId="{54EB91E5-0191-4813-890E-8814DC8F508F}" srcOrd="1" destOrd="0" presId="urn:microsoft.com/office/officeart/2018/2/layout/IconCircleList"/>
    <dgm:cxn modelId="{B9AB3312-F8ED-4E47-A078-84861871C83B}" type="presParOf" srcId="{75E23FA5-27AF-48C4-8095-BA9E77A7A0FC}" destId="{18D471E8-62B9-4146-AB11-E1B22FEB5D3C}" srcOrd="2" destOrd="0" presId="urn:microsoft.com/office/officeart/2018/2/layout/IconCircleList"/>
    <dgm:cxn modelId="{15DF9E80-320B-4466-BDFB-2AA3EC234A14}" type="presParOf" srcId="{75E23FA5-27AF-48C4-8095-BA9E77A7A0FC}" destId="{D9B93441-9AFB-4AAC-B921-94DE200653F5}" srcOrd="3" destOrd="0" presId="urn:microsoft.com/office/officeart/2018/2/layout/IconCircleList"/>
    <dgm:cxn modelId="{B918E464-1379-42C0-8C97-69771F84C31B}" type="presParOf" srcId="{B82462D2-C83A-4406-BB63-51EC83FF1E7B}" destId="{4F0438A3-B436-41F7-A212-31D217960FF8}" srcOrd="3" destOrd="0" presId="urn:microsoft.com/office/officeart/2018/2/layout/IconCircleList"/>
    <dgm:cxn modelId="{6B43715E-D4D4-4342-BB17-19C50765342B}" type="presParOf" srcId="{B82462D2-C83A-4406-BB63-51EC83FF1E7B}" destId="{2773FCE6-EC14-4D0E-AD2F-97FD7B0A1AAA}" srcOrd="4" destOrd="0" presId="urn:microsoft.com/office/officeart/2018/2/layout/IconCircleList"/>
    <dgm:cxn modelId="{9432D1A7-9E34-4682-BDA6-69C8E4A19A85}" type="presParOf" srcId="{2773FCE6-EC14-4D0E-AD2F-97FD7B0A1AAA}" destId="{FC9B354A-5268-40DC-809E-D9964A3FCB1A}" srcOrd="0" destOrd="0" presId="urn:microsoft.com/office/officeart/2018/2/layout/IconCircleList"/>
    <dgm:cxn modelId="{6CA001DA-CE3F-49AD-98CC-80927DB9321C}" type="presParOf" srcId="{2773FCE6-EC14-4D0E-AD2F-97FD7B0A1AAA}" destId="{E075B9CA-714C-412E-84D5-30EFB767FC92}" srcOrd="1" destOrd="0" presId="urn:microsoft.com/office/officeart/2018/2/layout/IconCircleList"/>
    <dgm:cxn modelId="{3982A2AB-B387-41FF-A632-92BA029CA086}" type="presParOf" srcId="{2773FCE6-EC14-4D0E-AD2F-97FD7B0A1AAA}" destId="{827E073D-ECAA-4DC1-A681-2AB942730264}" srcOrd="2" destOrd="0" presId="urn:microsoft.com/office/officeart/2018/2/layout/IconCircleList"/>
    <dgm:cxn modelId="{78442245-839F-4B01-B31E-153FB2246597}" type="presParOf" srcId="{2773FCE6-EC14-4D0E-AD2F-97FD7B0A1AAA}" destId="{4771BED1-9247-4535-A57B-DFB9E6A7B5C1}" srcOrd="3" destOrd="0" presId="urn:microsoft.com/office/officeart/2018/2/layout/IconCircleList"/>
    <dgm:cxn modelId="{8D43F33F-6BFF-488E-8B88-E988901770E6}" type="presParOf" srcId="{B82462D2-C83A-4406-BB63-51EC83FF1E7B}" destId="{B5425FE0-C986-444F-8F91-E34C4D31D2DF}" srcOrd="5" destOrd="0" presId="urn:microsoft.com/office/officeart/2018/2/layout/IconCircleList"/>
    <dgm:cxn modelId="{443200E1-44E3-44AB-B153-87DB3742BBC8}" type="presParOf" srcId="{B82462D2-C83A-4406-BB63-51EC83FF1E7B}" destId="{1573D028-506F-4412-B878-E44BE10EB2A9}" srcOrd="6" destOrd="0" presId="urn:microsoft.com/office/officeart/2018/2/layout/IconCircleList"/>
    <dgm:cxn modelId="{814F3119-F92B-4B0C-8C4D-493925F60520}" type="presParOf" srcId="{1573D028-506F-4412-B878-E44BE10EB2A9}" destId="{E23898D4-EE7C-4320-82AF-A1B38E9BF2C7}" srcOrd="0" destOrd="0" presId="urn:microsoft.com/office/officeart/2018/2/layout/IconCircleList"/>
    <dgm:cxn modelId="{D4EDB569-4E56-4C9D-896E-70984FCAA095}" type="presParOf" srcId="{1573D028-506F-4412-B878-E44BE10EB2A9}" destId="{5F97FCC1-5964-478F-BE76-2AFBFCB33ECD}" srcOrd="1" destOrd="0" presId="urn:microsoft.com/office/officeart/2018/2/layout/IconCircleList"/>
    <dgm:cxn modelId="{4DEE4835-DEFF-4E35-BA88-AA555379DE25}" type="presParOf" srcId="{1573D028-506F-4412-B878-E44BE10EB2A9}" destId="{14F9FCB6-11B8-4D8A-8AD8-CFDB492065E3}" srcOrd="2" destOrd="0" presId="urn:microsoft.com/office/officeart/2018/2/layout/IconCircleList"/>
    <dgm:cxn modelId="{7922FF08-9EA1-41EF-94DB-21A7F273B781}" type="presParOf" srcId="{1573D028-506F-4412-B878-E44BE10EB2A9}" destId="{1C0997DC-EFF8-440A-A84B-31B9BCB16E6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08B88E-B944-4A2B-991C-700681C1FA2D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4EDB8E-A3EF-429F-9831-6FBE56E72B87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F8B90-775B-49DF-8B1E-3807BF931FB1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 Android Studio’s Mobile Phone Emulator</a:t>
          </a:r>
        </a:p>
      </dsp:txBody>
      <dsp:txXfrm>
        <a:off x="1834517" y="469890"/>
        <a:ext cx="3148942" cy="1335915"/>
      </dsp:txXfrm>
    </dsp:sp>
    <dsp:sp modelId="{0C99B8BE-A128-4022-8E5F-B45BF29A02F7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DD3A3-0DA7-4CF6-8C70-034414AAD90D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23700-C81A-4AAC-806A-3C3C3C765652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Establish a connection via proxy from Burp Suite</a:t>
          </a:r>
        </a:p>
      </dsp:txBody>
      <dsp:txXfrm>
        <a:off x="7154322" y="469890"/>
        <a:ext cx="3148942" cy="1335915"/>
      </dsp:txXfrm>
    </dsp:sp>
    <dsp:sp modelId="{D6225EBE-B3FD-40ED-AB39-D5740E24093B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4CF669-5FD2-48FD-B547-57BEE07BDA55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B8F001-18AB-4BA9-A4F3-EE9FCAE81548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Sniff packets using Burp Suite to detect vulnerabilities in API</a:t>
          </a:r>
        </a:p>
      </dsp:txBody>
      <dsp:txXfrm>
        <a:off x="1834517" y="2545532"/>
        <a:ext cx="3148942" cy="1335915"/>
      </dsp:txXfrm>
    </dsp:sp>
    <dsp:sp modelId="{2329E5B2-9BBB-4FCD-A9CF-792B22F189D4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A9F12-4295-44B0-9154-AC3621BA9D8B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4AB9E-EB90-488C-90E5-0342C6E406E1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Machine-in-the-Middle</a:t>
          </a:r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6499FD-20A0-4978-8C2A-1D7C5A85EE71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EAB2EE-7897-44E9-9A8D-068B76314B6E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A92FE-FFC0-4BBD-BBFD-2FCF2404A98B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Proxy</a:t>
          </a:r>
        </a:p>
      </dsp:txBody>
      <dsp:txXfrm>
        <a:off x="1834517" y="469890"/>
        <a:ext cx="3148942" cy="1335915"/>
      </dsp:txXfrm>
    </dsp:sp>
    <dsp:sp modelId="{91785D1C-9A3E-4CCA-91BE-04261078FBA8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EB91E5-0191-4813-890E-8814DC8F508F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B93441-9AFB-4AAC-B921-94DE200653F5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Burp Suite</a:t>
          </a:r>
        </a:p>
      </dsp:txBody>
      <dsp:txXfrm>
        <a:off x="7154322" y="469890"/>
        <a:ext cx="3148942" cy="1335915"/>
      </dsp:txXfrm>
    </dsp:sp>
    <dsp:sp modelId="{FC9B354A-5268-40DC-809E-D9964A3FCB1A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5B9CA-714C-412E-84D5-30EFB767FC92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1BED1-9247-4535-A57B-DFB9E6A7B5C1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Android Emulator</a:t>
          </a:r>
        </a:p>
      </dsp:txBody>
      <dsp:txXfrm>
        <a:off x="1834517" y="2545532"/>
        <a:ext cx="3148942" cy="1335915"/>
      </dsp:txXfrm>
    </dsp:sp>
    <dsp:sp modelId="{E23898D4-EE7C-4320-82AF-A1B38E9BF2C7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7FCC1-5964-478F-BE76-2AFBFCB33ECD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997DC-EFF8-440A-A84B-31B9BCB16E6E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API Vulnerabilities</a:t>
          </a:r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1AEDE-F8FF-BE13-2BE7-FB39A92B4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57A14C-AC0A-2C73-C378-9C9B0E949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82571-D1CA-D000-FA90-E52A4138A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79C-A271-41BD-974F-6A6DC14A610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CDB44-91CD-CAD8-4561-58751D602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B51C8-841E-E5B9-A507-1CF25A41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900B0-82FD-46E0-86DD-5547242E2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20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20E29-ECF9-EDA7-C27E-921F2E02B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B87F7-747A-56CB-AEEA-E7457677C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211F3-E0F0-18D8-1B08-C57D94CEE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79C-A271-41BD-974F-6A6DC14A610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63484-78BD-6F03-0796-BC8E91D00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45A76-4CAE-1E74-A52E-8B3A18A6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900B0-82FD-46E0-86DD-5547242E2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77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4C7E-A394-043F-9D20-AC36FF46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F6AE2-DC54-DC9A-D7EE-8FFCE8506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201D4-15D5-CE64-FC8D-B4E1F374B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79C-A271-41BD-974F-6A6DC14A610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56B07-B8A0-D7E1-F3C8-AAABC4F34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C1CB9-0582-5B0A-ADD4-B804A3F9A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900B0-82FD-46E0-86DD-5547242E2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97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B35E-74C3-F4AD-880A-92D62A7B5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DAD59-6078-82B1-0064-2B93324AC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2E3AF-A453-B895-8400-768CFC334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91114-DDBE-9643-7C5D-D2DC7FE1C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79C-A271-41BD-974F-6A6DC14A610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0B38F-2C67-0CB6-BCEB-1F0E2FAC7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B3100-6957-019A-CB58-2D1425E39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900B0-82FD-46E0-86DD-5547242E2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5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3CC5-2F47-53BC-9C15-553C423CB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089CB-D743-DEBA-5982-13A751EB7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EF926-3CF0-BE91-38CF-855D28AFC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B9715-479C-C2C7-25E0-57EA94023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46BEF-21CB-8FD0-5FEA-5EE03FA396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AF847F-F89E-C0E6-5F6B-C1636B77D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79C-A271-41BD-974F-6A6DC14A610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93E016-DA99-0443-D85C-7C5F74BF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10C782-5A18-413F-EAC8-292FDC37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900B0-82FD-46E0-86DD-5547242E2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9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19F8-A6E2-6740-7AD0-21A880BC0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216560-7317-B63A-B311-E9AFABE03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79C-A271-41BD-974F-6A6DC14A610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DC3323-ECC1-BE25-88C4-0C6E757E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689B1-C554-C72E-00C3-1B2114FE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900B0-82FD-46E0-86DD-5547242E2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10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F2C78-9FD9-1CA6-2BA9-E1A45A5A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79C-A271-41BD-974F-6A6DC14A610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ADA9A-B4AB-C89B-3E3D-593E8C6EF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5DEC9-D2BC-5045-141D-BACB3EB2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900B0-82FD-46E0-86DD-5547242E2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06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E1EA0-1310-B2B2-4C6F-1565AD90D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A9F3E-8B48-9E1A-7700-8609B38B2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22074-CDD5-5555-D811-C81AC1254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C5D00-3F5F-253F-DEDA-7538655CB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79C-A271-41BD-974F-6A6DC14A610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1A4D9-1DC4-8117-83CF-5E851C67B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149A8-62EE-4D9A-34A9-264A2885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900B0-82FD-46E0-86DD-5547242E2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2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58482-512A-E9BF-5717-79EE367B5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333F88-435F-C692-8402-749A8D2CA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BF7BE-8063-81B1-1C3F-DDDC9BEF3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4C5E5-066E-44CE-D6F1-B89AA79D6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79C-A271-41BD-974F-6A6DC14A610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1498F-BCB8-C62F-30B7-6350C1378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39A84-6BDA-7A2C-9570-A5E87A7F0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900B0-82FD-46E0-86DD-5547242E2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5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4793-FA0D-747D-697B-5E47C4CAC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E065A-B3F1-38EB-5C07-827F2D068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82977-05ED-A921-E045-C6E9F0E9D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79C-A271-41BD-974F-6A6DC14A610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B85AE-9229-11C7-1A54-78B59DFD0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C8180-4031-E02D-F0A3-7848DAD2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900B0-82FD-46E0-86DD-5547242E2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18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5FAA97-54D6-8525-D273-698243AB0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76E1A-0134-BEE0-B8F3-63CFAB18F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58B2B-8704-E37A-C886-B257FE2A5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79C-A271-41BD-974F-6A6DC14A610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2676E-D0FD-7E6A-E875-4FAB76CDF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145D0-5D5F-827A-0DC4-E0380C1E1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900B0-82FD-46E0-86DD-5547242E2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5D0A2E-2658-497D-E3C9-A2C984CC6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6EBE3-EDB2-598B-CB8D-F127A26CC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49AFE-1AC5-CDDF-9218-425C0C9A9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1E79C-A271-41BD-974F-6A6DC14A610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31D40-7A1C-3E52-7A8E-158620E6C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382D5-6C08-1B8A-74A2-2DDD0D8DA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900B0-82FD-46E0-86DD-5547242E2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69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6C9AB-BBC1-ED41-DF6C-117EC0A169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DA03C8-5CCA-D64E-19F7-3499D52AE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14402"/>
            <a:ext cx="10515600" cy="2985923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Mobile Phone API Hacking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BAA75-159B-0A54-4551-15FB94FDF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072040"/>
            <a:ext cx="10515600" cy="13843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By Kaiden Love and Logan Bennett</a:t>
            </a:r>
          </a:p>
        </p:txBody>
      </p:sp>
    </p:spTree>
    <p:extLst>
      <p:ext uri="{BB962C8B-B14F-4D97-AF65-F5344CB8AC3E}">
        <p14:creationId xmlns:p14="http://schemas.microsoft.com/office/powerpoint/2010/main" val="39755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9E8C-EE00-7056-B7D5-1A495B2EA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0753EE-1272-3322-FF19-8A6C9280F0A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056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F80C2-D786-1483-0016-17CDE1EA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B0C9B-01D8-7F19-92F4-7C88C958D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Functionality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41F37812-6A03-17B9-940C-8BDA89C79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7804" y="3067802"/>
            <a:ext cx="6528323" cy="361198"/>
          </a:xfrm>
        </p:spPr>
      </p:pic>
    </p:spTree>
    <p:extLst>
      <p:ext uri="{BB962C8B-B14F-4D97-AF65-F5344CB8AC3E}">
        <p14:creationId xmlns:p14="http://schemas.microsoft.com/office/powerpoint/2010/main" val="2009459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C7AEB8-DEC2-A26B-56F4-5046098E2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FB68B0B6-AF9C-FEBA-6BCE-3A15DE6FA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DAEB66-6A14-2FCB-38D9-D6AA59686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Functionality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08DDA8D4-4087-ACFD-E927-8C14127EE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436005"/>
            <a:ext cx="6780700" cy="398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233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91EE6-1868-91E5-BB41-ECC157677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603C5-02C6-8FF8-FBB9-F06263997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Functionality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44D2151-04CC-6436-6379-C985EFB12A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5771" y="643466"/>
            <a:ext cx="3243790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67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339E4-2C08-65A0-8DDC-BACEE2195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75757-57B5-2A73-5CC7-8382C30ED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Functionality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9BB361-9C68-2C70-98DE-101F7B411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49459"/>
            <a:ext cx="6780700" cy="535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67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4A7DE-E07C-D53E-F146-46A43B3F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1369432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C696E-E215-59CD-BC17-42CA70B24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Certificate Pinning Bypass</a:t>
            </a:r>
          </a:p>
        </p:txBody>
      </p:sp>
    </p:spTree>
    <p:extLst>
      <p:ext uri="{BB962C8B-B14F-4D97-AF65-F5344CB8AC3E}">
        <p14:creationId xmlns:p14="http://schemas.microsoft.com/office/powerpoint/2010/main" val="1749014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650F-FF45-7748-AB94-D6B07C4E5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EAD7A1-5317-A2B9-5CB1-A1A179183D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1935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52</Words>
  <Application>Microsoft Office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Mobile Phone API Hacking</vt:lpstr>
      <vt:lpstr>Goals</vt:lpstr>
      <vt:lpstr>Functionality</vt:lpstr>
      <vt:lpstr>Functionality</vt:lpstr>
      <vt:lpstr>Functionality</vt:lpstr>
      <vt:lpstr>Functionality</vt:lpstr>
      <vt:lpstr>Demonstration</vt:lpstr>
      <vt:lpstr>Certificate Pinning Bypass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Kaiden Love</dc:creator>
  <cp:lastModifiedBy>Kaiden Love</cp:lastModifiedBy>
  <cp:revision>1</cp:revision>
  <dcterms:created xsi:type="dcterms:W3CDTF">2025-04-29T20:27:05Z</dcterms:created>
  <dcterms:modified xsi:type="dcterms:W3CDTF">2025-04-29T20:44:03Z</dcterms:modified>
</cp:coreProperties>
</file>